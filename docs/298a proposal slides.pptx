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799f3b1039e3973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799f3b1039e3973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799f3b1039e3973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799f3b1039e397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799f3b1039e3973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799f3b1039e3973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799f3b1039e3973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799f3b1039e3973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11" Type="http://schemas.openxmlformats.org/officeDocument/2006/relationships/image" Target="../media/image7.png"/><Relationship Id="rId10" Type="http://schemas.openxmlformats.org/officeDocument/2006/relationships/image" Target="../media/image9.png"/><Relationship Id="rId12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025" y="494150"/>
            <a:ext cx="8812724" cy="203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1653750"/>
            <a:ext cx="2492600" cy="358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5200" y="2184275"/>
            <a:ext cx="2638800" cy="26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2762938" y="3019175"/>
            <a:ext cx="3678900" cy="96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1400" y="2020874"/>
            <a:ext cx="3419851" cy="242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 of purpose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501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We are implementing the SPONGENT-88 hash function [1]. From the original paper: “As crucial applications go pervasive, the need for security in RFID and sensor networks is dramatically increasing, which requires secure yet efficiently implementable cryptographic primitives including secret-key ciphers and hash functions” [1].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According to [1], as of 2011, SPONGENT had the smallest hardware footprint relative to comparably secure hash functions. This is why we chose it.</a:t>
            </a:r>
            <a:endParaRPr sz="1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We will implement this as a SPI peripheral (slave) device. </a:t>
            </a:r>
            <a:r>
              <a:rPr b="1" lang="en" sz="1000"/>
              <a:t>To minimize hardware footprint, we will serialize as much as possible [1].</a:t>
            </a:r>
            <a:endParaRPr b="1" sz="1000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925" y="880650"/>
            <a:ext cx="3421376" cy="2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5600" y="3675650"/>
            <a:ext cx="5438400" cy="13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26450" y="2842050"/>
            <a:ext cx="4781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tl;dr</a:t>
            </a:r>
            <a:r>
              <a:rPr lang="en" sz="2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: serialized implementation of SPONGENT-88, a relatively </a:t>
            </a:r>
            <a:r>
              <a:rPr lang="en" sz="2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secure</a:t>
            </a:r>
            <a:r>
              <a:rPr lang="en" sz="2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hash function</a:t>
            </a:r>
            <a:endParaRPr sz="2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900" y="3996450"/>
            <a:ext cx="3154525" cy="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28" y="29100"/>
            <a:ext cx="7476147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00"/>
            <a:ext cx="6286375" cy="23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00800" y="2541488"/>
            <a:ext cx="3410400" cy="13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5700" y="1424499"/>
            <a:ext cx="2860675" cy="35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42950" y="2749288"/>
            <a:ext cx="2922900" cy="1015800"/>
          </a:xfrm>
          <a:prstGeom prst="rect">
            <a:avLst/>
          </a:prstGeom>
          <a:noFill/>
          <a:ln>
            <a:noFill/>
          </a:ln>
          <a:effectLst>
            <a:outerShdw rotWithShape="0" algn="bl" dist="19050">
              <a:srgbClr val="FFFFFF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will use TT’s recommended pinout for SPI</a:t>
            </a:r>
            <a:endParaRPr sz="18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625675" y="1963097"/>
            <a:ext cx="1730400" cy="232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6900" y="1424502"/>
            <a:ext cx="1315300" cy="175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6619560" y="4275250"/>
            <a:ext cx="267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 previous TT implementation of SPONGENT-88 used 4 tiles. We will attempt to only use 1 tile.</a:t>
            </a:r>
            <a:endParaRPr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7625" y="69288"/>
            <a:ext cx="2208321" cy="258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1168636">
            <a:off x="4538550" y="942675"/>
            <a:ext cx="3113000" cy="27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7272691">
            <a:off x="5510786" y="3564199"/>
            <a:ext cx="1323054" cy="105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25675" y="2854422"/>
            <a:ext cx="1590850" cy="1220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09700" y="1282475"/>
            <a:ext cx="1371400" cy="13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1197924">
            <a:off x="7880600" y="2667350"/>
            <a:ext cx="1057775" cy="1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A. Bogdanov, M. Knezevic, G. Leander, D. Toz, K. Varici, I. Verbauwhede, "SPONGENT: A Lightweight Hash Function," in CHES 2011, 2011, pp. 312-325, doi: https://doi.org/10.1007/978-3-642-23951-9_21.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